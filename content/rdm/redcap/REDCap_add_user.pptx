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6" d="100"/>
          <a:sy n="96" d="100"/>
        </p:scale>
        <p:origin x="5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90925-7D8B-453B-860F-B1F898A50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B99496-DA97-4A7B-ACD3-35354881C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36A79-364F-4C67-A75C-E33615980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89BB-851A-434D-89B3-D07071718329}" type="datetimeFigureOut">
              <a:rPr lang="en-AU" smtClean="0"/>
              <a:t>15/11/2019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D1766-1369-4D1E-B43D-C832A0B2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D3E22-612E-49D1-8AD9-9E8423BB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7964-4451-4FB9-96B1-B6F43A339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133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208B-579C-4DAE-A91F-849AEBFEE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F7A60-7223-4585-AA22-CF4DD4820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CC4E7-25F2-4198-8BAE-5EAEE7389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89BB-851A-434D-89B3-D07071718329}" type="datetimeFigureOut">
              <a:rPr lang="en-AU" smtClean="0"/>
              <a:t>15/11/2019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EFE3E-EC23-4132-86AB-C45250288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7D60C-87CF-47F3-98CE-5F47676C4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7964-4451-4FB9-96B1-B6F43A339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4780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A22F5-E2BB-4CF7-826A-BB8B046E3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42A32-3345-4172-B4BD-5AAC2B1DA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40595-2C77-4EED-BBA0-76308D42E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89BB-851A-434D-89B3-D07071718329}" type="datetimeFigureOut">
              <a:rPr lang="en-AU" smtClean="0"/>
              <a:t>15/11/2019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5040B-9E3B-4804-B4D2-FB0FF2AF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5F1C4-FF4A-4CE0-BCD6-E2E501D64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7964-4451-4FB9-96B1-B6F43A339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6766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C385E-0DE1-47D9-93E9-3D93C8BB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CAC05-5A1A-4D9C-9817-F335A4406E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94D63-AC64-4883-B92B-81D307345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8008C-B5CC-4D35-87E1-62EFF6461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89BB-851A-434D-89B3-D07071718329}" type="datetimeFigureOut">
              <a:rPr lang="en-AU" smtClean="0"/>
              <a:t>15/11/2019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3C79D-D8E4-4488-9F28-CA00BE948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E211F-2D2E-4F0A-B950-21F114DA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7964-4451-4FB9-96B1-B6F43A339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3875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A811-922E-4F4C-AE50-A0B93C52E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094F5-70CB-4C95-8221-01E050E85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776CE-2F62-422E-974A-872090EB0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A82AA6-0595-4B4F-9AA8-DD4495860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98A92A-6451-420D-862A-C53D876FE0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001D3E-A192-4A96-A26C-707C85A2F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89BB-851A-434D-89B3-D07071718329}" type="datetimeFigureOut">
              <a:rPr lang="en-AU" smtClean="0"/>
              <a:t>15/11/2019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EF2080-C660-4B8F-9980-E9AB7776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6FDA6B-3AF5-4769-B708-3FF8CBB20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7964-4451-4FB9-96B1-B6F43A339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8209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99392-8BDE-4E31-9C60-FA877FE4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9625E-9462-456D-94C4-CB5B4AB03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89BB-851A-434D-89B3-D07071718329}" type="datetimeFigureOut">
              <a:rPr lang="en-AU" smtClean="0"/>
              <a:t>15/11/2019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C36CD2-0699-40D1-A8FD-CAD2F5F47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E81E7-0CBD-4C2D-B786-7812942E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7964-4451-4FB9-96B1-B6F43A339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5624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8310EF-C857-4EEE-9146-CE7DB4DD5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89BB-851A-434D-89B3-D07071718329}" type="datetimeFigureOut">
              <a:rPr lang="en-AU" smtClean="0"/>
              <a:t>15/11/2019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F533F-7E21-4266-B0E7-7F0D962B3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43C79-26D5-429B-AB78-E0F154419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7964-4451-4FB9-96B1-B6F43A339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7962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DC842-8131-439B-AEA0-B638E2CB2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0E53E-2810-4DA3-BCA6-799BAA645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0C49A6-AAC5-4647-AF93-31E733A97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F387D-079D-452A-87A5-F7B80D120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89BB-851A-434D-89B3-D07071718329}" type="datetimeFigureOut">
              <a:rPr lang="en-AU" smtClean="0"/>
              <a:t>15/11/2019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35123-9692-43FE-AA4B-C1F347755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63852-6C0E-4530-A215-8C2445A5A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7964-4451-4FB9-96B1-B6F43A339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7132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9906B-FFB5-4E50-99E7-FCA97F51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E03F02-CB3E-41DB-BFB5-5804B56F5D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7D65A-155A-4C91-8002-FFB8E5CA0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0589F-8E09-4569-ABF4-82B2EB78A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89BB-851A-434D-89B3-D07071718329}" type="datetimeFigureOut">
              <a:rPr lang="en-AU" smtClean="0"/>
              <a:t>15/11/2019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CDEE4-5BDD-4B9D-A20D-C8C273F49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49829-BBFC-4221-8E6B-0B1801DD3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7964-4451-4FB9-96B1-B6F43A339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3141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48F4-DBC0-4F2F-8609-DB262312C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B0FECB-A986-4D54-827A-6D03987A5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A5F5F-DC23-4F18-A513-7F02434BE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89BB-851A-434D-89B3-D07071718329}" type="datetimeFigureOut">
              <a:rPr lang="en-AU" smtClean="0"/>
              <a:t>15/11/2019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CE797-6B4E-440F-A859-E5D657583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890B9-4242-4616-9009-0338563F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7964-4451-4FB9-96B1-B6F43A339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9991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42316-903A-45B7-B6E5-42E2012D7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513D5-0263-4BEF-A6B2-60D8B97C2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112A8-EDDA-44E0-825D-D4ED2225D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89BB-851A-434D-89B3-D07071718329}" type="datetimeFigureOut">
              <a:rPr lang="en-AU" smtClean="0"/>
              <a:t>15/11/2019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72AA9-B73D-457E-91C6-991E8046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943D-1CCC-4249-AC35-834B3C3EB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7964-4451-4FB9-96B1-B6F43A339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9461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DD77F-2215-4FB5-A5DD-19455EEA7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40A8A-791F-4E42-999B-9CEE6F77D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A37C3-C95D-4051-A54C-B87D5766C2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389BB-851A-434D-89B3-D07071718329}" type="datetimeFigureOut">
              <a:rPr lang="en-AU" smtClean="0"/>
              <a:t>15/11/2019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ADD4-96F2-4627-81B4-D5C1095A25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B4F76-96B7-43E1-80A8-8804AD353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E7964-4451-4FB9-96B1-B6F43A339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775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>
            <a:extLst>
              <a:ext uri="{FF2B5EF4-FFF2-40B4-BE49-F238E27FC236}">
                <a16:creationId xmlns:a16="http://schemas.microsoft.com/office/drawing/2014/main" id="{1C3582CD-A6D6-4F95-9CC4-0F86010DCB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693" b="6389"/>
          <a:stretch/>
        </p:blipFill>
        <p:spPr bwMode="auto">
          <a:xfrm>
            <a:off x="2497889" y="3484579"/>
            <a:ext cx="2820987" cy="1527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FB021407-BFAB-49E0-AA6A-2C09E31DE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876" y="4252083"/>
            <a:ext cx="194627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Unsuccessful</a:t>
            </a:r>
            <a:endParaRPr kumimoji="0" lang="en-A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EEA120D9-35EB-44AE-AD78-5D4102B6F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876" y="4636163"/>
            <a:ext cx="194627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Successful</a:t>
            </a:r>
            <a:endParaRPr kumimoji="0" lang="en-A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1D8022D-DDB0-4720-90ED-28AC640CD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1B1946-D6E0-4360-92A7-3C8DDA6221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244" r="22130" b="26532"/>
          <a:stretch/>
        </p:blipFill>
        <p:spPr>
          <a:xfrm>
            <a:off x="2497888" y="845397"/>
            <a:ext cx="6679979" cy="1971128"/>
          </a:xfrm>
          <a:prstGeom prst="rect">
            <a:avLst/>
          </a:prstGeom>
        </p:spPr>
      </p:pic>
      <p:sp>
        <p:nvSpPr>
          <p:cNvPr id="15" name="Text Box 2">
            <a:extLst>
              <a:ext uri="{FF2B5EF4-FFF2-40B4-BE49-F238E27FC236}">
                <a16:creationId xmlns:a16="http://schemas.microsoft.com/office/drawing/2014/main" id="{3063E042-7BF2-49A3-8CCE-A5CD6DDF0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9" y="5011459"/>
            <a:ext cx="6766383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correctly add users, </a:t>
            </a:r>
            <a:r>
              <a:rPr kumimoji="0" lang="en-AU" altLang="en-US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select</a:t>
            </a:r>
            <a:r>
              <a:rPr kumimoji="0" lang="en-AU" altLang="en-US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them from the dropdown menu. Correctly-added users will have their name appear in brackets. </a:t>
            </a:r>
            <a:endParaRPr kumimoji="0" lang="en-AU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B1464B52-6F6D-4BD3-908C-B4E1DEFAF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83" y="2804925"/>
            <a:ext cx="6766383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REDCap tells a lie. Typing in a name or email into the Add User box and hitting enter will </a:t>
            </a:r>
            <a:r>
              <a:rPr kumimoji="0" lang="en-AU" altLang="en-US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not</a:t>
            </a:r>
            <a:r>
              <a:rPr kumimoji="0" lang="en-AU" altLang="en-US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add someone, despite messages on the contrary.</a:t>
            </a:r>
            <a:r>
              <a:rPr kumimoji="0" lang="en-AU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kumimoji="0" lang="en-AU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618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Taylor Syme</dc:creator>
  <cp:lastModifiedBy>Taylor Syme</cp:lastModifiedBy>
  <cp:revision>3</cp:revision>
  <dcterms:created xsi:type="dcterms:W3CDTF">2019-11-15T01:16:12Z</dcterms:created>
  <dcterms:modified xsi:type="dcterms:W3CDTF">2019-11-15T02:13:12Z</dcterms:modified>
</cp:coreProperties>
</file>